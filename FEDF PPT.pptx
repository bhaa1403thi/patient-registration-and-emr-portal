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64" r:id="rId6"/>
    <p:sldId id="259" r:id="rId7"/>
    <p:sldId id="260" r:id="rId8"/>
    <p:sldId id="261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66D0FF-2A25-4FB4-8AA8-91525745F40C}" v="2" dt="2026-05-29T19:03:10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am Bhaarathi" userId="8649ae6a4793577f" providerId="LiveId" clId="{7156134A-0D9C-41EC-A872-A12EA5293CCC}"/>
    <pc:docChg chg="custSel addSld modSld sldOrd">
      <pc:chgData name="Yasam Bhaarathi" userId="8649ae6a4793577f" providerId="LiveId" clId="{7156134A-0D9C-41EC-A872-A12EA5293CCC}" dt="2026-05-29T19:09:06.939" v="164" actId="14100"/>
      <pc:docMkLst>
        <pc:docMk/>
      </pc:docMkLst>
      <pc:sldChg chg="addSp delSp modSp mod">
        <pc:chgData name="Yasam Bhaarathi" userId="8649ae6a4793577f" providerId="LiveId" clId="{7156134A-0D9C-41EC-A872-A12EA5293CCC}" dt="2026-05-29T18:47:50.313" v="8" actId="1076"/>
        <pc:sldMkLst>
          <pc:docMk/>
          <pc:sldMk cId="2439987979" sldId="256"/>
        </pc:sldMkLst>
        <pc:picChg chg="del">
          <ac:chgData name="Yasam Bhaarathi" userId="8649ae6a4793577f" providerId="LiveId" clId="{7156134A-0D9C-41EC-A872-A12EA5293CCC}" dt="2026-05-29T18:44:08.950" v="0" actId="21"/>
          <ac:picMkLst>
            <pc:docMk/>
            <pc:sldMk cId="2439987979" sldId="256"/>
            <ac:picMk id="7" creationId="{7D7AE2C9-65D2-21F7-CA72-A01B2A63DC33}"/>
          </ac:picMkLst>
        </pc:picChg>
        <pc:picChg chg="add mod">
          <ac:chgData name="Yasam Bhaarathi" userId="8649ae6a4793577f" providerId="LiveId" clId="{7156134A-0D9C-41EC-A872-A12EA5293CCC}" dt="2026-05-29T18:47:50.313" v="8" actId="1076"/>
          <ac:picMkLst>
            <pc:docMk/>
            <pc:sldMk cId="2439987979" sldId="256"/>
            <ac:picMk id="9" creationId="{3686CC61-02EE-16D5-876C-B8C0294EBEE8}"/>
          </ac:picMkLst>
        </pc:picChg>
      </pc:sldChg>
      <pc:sldChg chg="addSp delSp modSp new mod ord">
        <pc:chgData name="Yasam Bhaarathi" userId="8649ae6a4793577f" providerId="LiveId" clId="{7156134A-0D9C-41EC-A872-A12EA5293CCC}" dt="2026-05-29T19:06:48.165" v="156" actId="1076"/>
        <pc:sldMkLst>
          <pc:docMk/>
          <pc:sldMk cId="615839858" sldId="265"/>
        </pc:sldMkLst>
        <pc:spChg chg="add mod">
          <ac:chgData name="Yasam Bhaarathi" userId="8649ae6a4793577f" providerId="LiveId" clId="{7156134A-0D9C-41EC-A872-A12EA5293CCC}" dt="2026-05-29T19:01:14.413" v="30" actId="1076"/>
          <ac:spMkLst>
            <pc:docMk/>
            <pc:sldMk cId="615839858" sldId="265"/>
            <ac:spMk id="9" creationId="{B78BDE02-8BBB-D468-05BD-1C59CA1C74E9}"/>
          </ac:spMkLst>
        </pc:spChg>
        <pc:spChg chg="add mod">
          <ac:chgData name="Yasam Bhaarathi" userId="8649ae6a4793577f" providerId="LiveId" clId="{7156134A-0D9C-41EC-A872-A12EA5293CCC}" dt="2026-05-29T19:02:55.475" v="92" actId="14100"/>
          <ac:spMkLst>
            <pc:docMk/>
            <pc:sldMk cId="615839858" sldId="265"/>
            <ac:spMk id="10" creationId="{6E6C54F7-0D3A-B9D6-033A-77BCF195FBA9}"/>
          </ac:spMkLst>
        </pc:spChg>
        <pc:spChg chg="add mod">
          <ac:chgData name="Yasam Bhaarathi" userId="8649ae6a4793577f" providerId="LiveId" clId="{7156134A-0D9C-41EC-A872-A12EA5293CCC}" dt="2026-05-29T19:04:51.521" v="118" actId="20577"/>
          <ac:spMkLst>
            <pc:docMk/>
            <pc:sldMk cId="615839858" sldId="265"/>
            <ac:spMk id="11" creationId="{5B4E368D-97B8-0C16-2A82-605A95AB95BE}"/>
          </ac:spMkLst>
        </pc:spChg>
        <pc:spChg chg="add mod">
          <ac:chgData name="Yasam Bhaarathi" userId="8649ae6a4793577f" providerId="LiveId" clId="{7156134A-0D9C-41EC-A872-A12EA5293CCC}" dt="2026-05-29T19:06:43.585" v="155" actId="403"/>
          <ac:spMkLst>
            <pc:docMk/>
            <pc:sldMk cId="615839858" sldId="265"/>
            <ac:spMk id="13" creationId="{6301B4AA-A6C1-B3A3-347D-F342A2971B7E}"/>
          </ac:spMkLst>
        </pc:spChg>
        <pc:spChg chg="add mod">
          <ac:chgData name="Yasam Bhaarathi" userId="8649ae6a4793577f" providerId="LiveId" clId="{7156134A-0D9C-41EC-A872-A12EA5293CCC}" dt="2026-05-29T19:06:48.165" v="156" actId="1076"/>
          <ac:spMkLst>
            <pc:docMk/>
            <pc:sldMk cId="615839858" sldId="265"/>
            <ac:spMk id="15" creationId="{A78DF812-DBC4-5A76-CC21-8EFE8C237EB1}"/>
          </ac:spMkLst>
        </pc:spChg>
        <pc:picChg chg="add del mod">
          <ac:chgData name="Yasam Bhaarathi" userId="8649ae6a4793577f" providerId="LiveId" clId="{7156134A-0D9C-41EC-A872-A12EA5293CCC}" dt="2026-05-29T18:58:34.536" v="14" actId="21"/>
          <ac:picMkLst>
            <pc:docMk/>
            <pc:sldMk cId="615839858" sldId="265"/>
            <ac:picMk id="3" creationId="{FABB6327-B9CF-8839-B784-8880C7D066B3}"/>
          </ac:picMkLst>
        </pc:picChg>
        <pc:picChg chg="add mod">
          <ac:chgData name="Yasam Bhaarathi" userId="8649ae6a4793577f" providerId="LiveId" clId="{7156134A-0D9C-41EC-A872-A12EA5293CCC}" dt="2026-05-29T18:59:26.597" v="19" actId="14100"/>
          <ac:picMkLst>
            <pc:docMk/>
            <pc:sldMk cId="615839858" sldId="265"/>
            <ac:picMk id="5" creationId="{082F16D8-2389-36DF-AEC8-764ABC1007BA}"/>
          </ac:picMkLst>
        </pc:picChg>
        <pc:picChg chg="add del">
          <ac:chgData name="Yasam Bhaarathi" userId="8649ae6a4793577f" providerId="LiveId" clId="{7156134A-0D9C-41EC-A872-A12EA5293CCC}" dt="2026-05-29T19:00:17.600" v="21" actId="21"/>
          <ac:picMkLst>
            <pc:docMk/>
            <pc:sldMk cId="615839858" sldId="265"/>
            <ac:picMk id="7" creationId="{3FA7ACC1-5D1E-7D84-2308-8395B2F1F219}"/>
          </ac:picMkLst>
        </pc:picChg>
      </pc:sldChg>
      <pc:sldChg chg="addSp modSp new mod">
        <pc:chgData name="Yasam Bhaarathi" userId="8649ae6a4793577f" providerId="LiveId" clId="{7156134A-0D9C-41EC-A872-A12EA5293CCC}" dt="2026-05-29T19:09:06.939" v="164" actId="14100"/>
        <pc:sldMkLst>
          <pc:docMk/>
          <pc:sldMk cId="1298857836" sldId="266"/>
        </pc:sldMkLst>
        <pc:picChg chg="add mod">
          <ac:chgData name="Yasam Bhaarathi" userId="8649ae6a4793577f" providerId="LiveId" clId="{7156134A-0D9C-41EC-A872-A12EA5293CCC}" dt="2026-05-29T19:09:06.939" v="164" actId="14100"/>
          <ac:picMkLst>
            <pc:docMk/>
            <pc:sldMk cId="1298857836" sldId="266"/>
            <ac:picMk id="3" creationId="{0716FFFD-77C0-40C1-665C-E633AB4E265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CA499-C82E-2E0E-B033-82A7D3F4F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F92CB-B78A-0DBE-117B-D7A30D0A8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EEDB-3AD8-6E2B-3637-A74B10828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F492-1AC9-4196-9890-2AAAC79F0F60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7F6C2-9F03-49B7-F10C-301452522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2B838-D90E-A024-21CD-1495E2A5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4D40-77F8-4C92-89A6-212F7E921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009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DB3B-8296-66C3-D23A-CA7A0573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C83C8-9FE0-FCB9-4160-B14A31BC2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19EE1-67A9-33AF-9910-F50F0D65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F492-1AC9-4196-9890-2AAAC79F0F60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CED87-8108-F2C5-6059-C8E93AC4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98F01-2C1F-08B0-2680-4292D5DC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4D40-77F8-4C92-89A6-212F7E921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819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6446-253B-6B93-16D8-9A5B95A55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14355-C5B8-BAF8-36D8-012324873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B9CB3-B3CF-9890-76C0-F8B90562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F492-1AC9-4196-9890-2AAAC79F0F60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CB3DE-3E42-689B-530E-E5D85801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CAC09-DBF0-FC17-530D-4177C34C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4D40-77F8-4C92-89A6-212F7E921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183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D0DA-6918-7994-9359-BEBB312E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6B479-A0EB-F1C5-3362-CA0FC1020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8D8AB-22BB-EFDD-0E3D-E90E8B6DD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51E6A-521A-6A93-47FA-BC3A8016C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F492-1AC9-4196-9890-2AAAC79F0F60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1096A-5498-05EE-F4F9-776B1C55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6F83E-6445-6992-CC70-F99BA91E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4D40-77F8-4C92-89A6-212F7E921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282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22297-C91F-59CE-FC0E-22BBD353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611F0-F536-06EB-8D6E-33AE56995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B2731-C145-7270-B289-D5DB3A359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78523-08B4-A816-A596-B00870FDD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73C4D-41F8-0E86-ADDA-642E391CC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BE2704-F029-C22F-84DD-814800C30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F492-1AC9-4196-9890-2AAAC79F0F60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E82154-4F43-980E-270D-1986F675A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E412DD-0824-A977-E342-8132B291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4D40-77F8-4C92-89A6-212F7E921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400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45DDD-F6E5-13AF-444C-942846D9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33C90-4BA5-911C-56CF-5606CE27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F492-1AC9-4196-9890-2AAAC79F0F60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CBE3D-65B3-E490-A840-D6603761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7A677-68E1-3465-13F2-C3E191BF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4D40-77F8-4C92-89A6-212F7E921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23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A4E25F-B53E-E991-FEBD-56D25C3E6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F492-1AC9-4196-9890-2AAAC79F0F60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E0A0A2-44DB-E8E8-DAC2-5DCB186A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CAC7F-52A1-B67E-6088-7D6FB710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4D40-77F8-4C92-89A6-212F7E921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625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D77C6-E3EE-F1F0-11DC-4FE08311F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08C91-FBD9-AFB3-FB75-01126513A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6B624-13FF-AA8E-0DFF-8E8B353EA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6DA9A-543C-E0A1-AB4D-E8B25D71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F492-1AC9-4196-9890-2AAAC79F0F60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32CED-9917-98FB-6407-EEA3B634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804C5-19C5-E9BF-408D-8D3EF6F90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4D40-77F8-4C92-89A6-212F7E921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57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316B-35C2-E6EA-EB2C-492B7FE2B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DD9985-B0A6-1398-D198-A13F4ACE3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DEBC4-CCF9-647A-F367-CD3A10774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70C38-D5E0-87D5-EE4E-3ECC81D3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F492-1AC9-4196-9890-2AAAC79F0F60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5802D-1299-B6BC-D95C-0D8DAC7B4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442E6-89C1-8356-4E1E-042857D6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4D40-77F8-4C92-89A6-212F7E921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080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D318-E0DB-5FDE-0B3E-57F15ED3B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C7C74-CFE3-6729-1A90-915C0B6BC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A4640-C371-14C5-464D-62E1A51A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F492-1AC9-4196-9890-2AAAC79F0F60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8C3A9-60A2-BC6B-DC52-10CD9E776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28D64-19AA-C6FA-B203-6A1C25D91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4D40-77F8-4C92-89A6-212F7E921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DA9330-B004-9867-2463-BAB781050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2BD11-EA4E-6A3C-6E32-6C3FCC54D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8441B-7801-46A6-BB0E-0FA5F903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F492-1AC9-4196-9890-2AAAC79F0F60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F1438-191B-118E-5FA4-825D9D57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C9C80-4FAA-62DC-BD7E-1FA995350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54D40-77F8-4C92-89A6-212F7E921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35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F48C7-93A6-3933-D291-934550D0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363B1-A438-9C38-23F3-F3953ABB5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F80EE-25AF-1166-3EDC-F52A523DF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2F492-1AC9-4196-9890-2AAAC79F0F60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68699-0349-7737-FBC3-9048080F7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27739-13E1-067F-B4D3-7040831CA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54D40-77F8-4C92-89A6-212F7E921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039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2F16D8-2389-36DF-AEC8-764ABC100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8BDE02-8BBB-D468-05BD-1C59CA1C74E9}"/>
              </a:ext>
            </a:extLst>
          </p:cNvPr>
          <p:cNvSpPr txBox="1"/>
          <p:nvPr/>
        </p:nvSpPr>
        <p:spPr>
          <a:xfrm>
            <a:off x="0" y="94707"/>
            <a:ext cx="1055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FRONT END DEVELOPMENT FRAMEWORKS AND UI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6C54F7-0D3A-B9D6-033A-77BCF195FBA9}"/>
              </a:ext>
            </a:extLst>
          </p:cNvPr>
          <p:cNvSpPr txBox="1"/>
          <p:nvPr/>
        </p:nvSpPr>
        <p:spPr>
          <a:xfrm>
            <a:off x="2084439" y="1022555"/>
            <a:ext cx="6164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  <a:r>
              <a:rPr lang="en-US" dirty="0"/>
              <a:t>: </a:t>
            </a:r>
            <a:r>
              <a:rPr lang="en-US" sz="2400" dirty="0">
                <a:latin typeface="Arial Narrow" panose="020B0606020202030204" pitchFamily="34" charset="0"/>
              </a:rPr>
              <a:t>Patient Registration and EMR Portal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E368D-97B8-0C16-2A82-605A95AB95BE}"/>
              </a:ext>
            </a:extLst>
          </p:cNvPr>
          <p:cNvSpPr txBox="1"/>
          <p:nvPr/>
        </p:nvSpPr>
        <p:spPr>
          <a:xfrm>
            <a:off x="2182761" y="1868129"/>
            <a:ext cx="37460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Section: 11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Batch: 15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01B4AA-A6C1-B3A3-347D-F342A2971B7E}"/>
              </a:ext>
            </a:extLst>
          </p:cNvPr>
          <p:cNvSpPr txBox="1"/>
          <p:nvPr/>
        </p:nvSpPr>
        <p:spPr>
          <a:xfrm>
            <a:off x="2084439" y="2753737"/>
            <a:ext cx="61844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rial Rounded MT Bold" panose="020F0704030504030204" pitchFamily="34" charset="0"/>
              </a:rPr>
              <a:t>2520030211     Bhaarathi</a:t>
            </a:r>
          </a:p>
          <a:p>
            <a:r>
              <a:rPr lang="en-IN" sz="2000" dirty="0">
                <a:latin typeface="Arial Rounded MT Bold" panose="020F0704030504030204" pitchFamily="34" charset="0"/>
              </a:rPr>
              <a:t>2520090232     Sahithya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8DF812-DBC4-5A76-CC21-8EFE8C237EB1}"/>
              </a:ext>
            </a:extLst>
          </p:cNvPr>
          <p:cNvSpPr txBox="1"/>
          <p:nvPr/>
        </p:nvSpPr>
        <p:spPr>
          <a:xfrm>
            <a:off x="3003755" y="4286127"/>
            <a:ext cx="61844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latin typeface="Bahnschrift" panose="020B0502040204020203" pitchFamily="34" charset="0"/>
              </a:rPr>
              <a:t>Under the guidance of</a:t>
            </a:r>
          </a:p>
          <a:p>
            <a:pPr algn="ctr"/>
            <a:r>
              <a:rPr lang="en-IN" sz="2400" dirty="0">
                <a:latin typeface="Bahnschrift" panose="020B0502040204020203" pitchFamily="34" charset="0"/>
              </a:rPr>
              <a:t> </a:t>
            </a:r>
          </a:p>
          <a:p>
            <a:pPr algn="ctr"/>
            <a:r>
              <a:rPr lang="en-IN" sz="2400" dirty="0">
                <a:latin typeface="Arial Narrow" panose="020B0606020202030204" pitchFamily="34" charset="0"/>
              </a:rPr>
              <a:t>Dr . Karumuri Sri Rama Murthy</a:t>
            </a:r>
          </a:p>
          <a:p>
            <a:pPr algn="ctr"/>
            <a:endParaRPr lang="en-IN" sz="2400" dirty="0">
              <a:latin typeface="Arial Narrow" panose="020B0606020202030204" pitchFamily="34" charset="0"/>
            </a:endParaRPr>
          </a:p>
          <a:p>
            <a:pPr algn="ctr"/>
            <a:r>
              <a:rPr lang="en-IN" sz="2400" dirty="0"/>
              <a:t>Term -3 semester 2025-2026 </a:t>
            </a:r>
          </a:p>
        </p:txBody>
      </p:sp>
    </p:spTree>
    <p:extLst>
      <p:ext uri="{BB962C8B-B14F-4D97-AF65-F5344CB8AC3E}">
        <p14:creationId xmlns:p14="http://schemas.microsoft.com/office/powerpoint/2010/main" val="615839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86CC61-02EE-16D5-876C-B8C0294EB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3" y="0"/>
            <a:ext cx="12290323" cy="699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8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79427-4C34-9C14-015B-C5A329863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96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9BA18-9056-5B61-FA58-5EE6FE81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89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D731DC-ABA3-BCF8-35BC-568809990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156" y="-88490"/>
            <a:ext cx="12300155" cy="675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2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C378DF-DD96-3B2B-1734-27C186537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50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D9826-D090-FC14-46A3-77E802250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54"/>
            <a:ext cx="12192000" cy="696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50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D5708-C0E7-4F69-16F0-EE9C3D0F7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0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79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DA1C7A-74F4-AD4D-1E7D-FE12BDD8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2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924C1A-4AF4-B4AC-99E9-459EABC1A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154"/>
            <a:ext cx="2585885" cy="21872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5A2045-3CE3-8618-9A18-46015452F924}"/>
              </a:ext>
            </a:extLst>
          </p:cNvPr>
          <p:cNvSpPr txBox="1"/>
          <p:nvPr/>
        </p:nvSpPr>
        <p:spPr>
          <a:xfrm>
            <a:off x="4916" y="353961"/>
            <a:ext cx="1288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Login page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D5A6CD-94A2-B59A-2951-D77AE43C7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362" y="192154"/>
            <a:ext cx="2585885" cy="21872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6DEAC2-F047-F84E-149C-2C0467E0B0BD}"/>
              </a:ext>
            </a:extLst>
          </p:cNvPr>
          <p:cNvSpPr txBox="1"/>
          <p:nvPr/>
        </p:nvSpPr>
        <p:spPr>
          <a:xfrm>
            <a:off x="3264309" y="2010076"/>
            <a:ext cx="232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Admin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Dashboard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4CCD83-DDD1-FD9B-17CE-EB5DB4AC8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4724" y="192154"/>
            <a:ext cx="2792362" cy="2187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190778-2388-18E7-94C2-ED98A2F5159F}"/>
              </a:ext>
            </a:extLst>
          </p:cNvPr>
          <p:cNvSpPr txBox="1"/>
          <p:nvPr/>
        </p:nvSpPr>
        <p:spPr>
          <a:xfrm>
            <a:off x="6056671" y="1936954"/>
            <a:ext cx="219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Doctor Dashboard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3541D0-9F6C-D944-B1D3-FF343C318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563" y="192154"/>
            <a:ext cx="2585885" cy="21872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1DC4B9-F823-84C3-C2BF-8CF2BCCFAA90}"/>
              </a:ext>
            </a:extLst>
          </p:cNvPr>
          <p:cNvSpPr txBox="1"/>
          <p:nvPr/>
        </p:nvSpPr>
        <p:spPr>
          <a:xfrm>
            <a:off x="9075177" y="1752288"/>
            <a:ext cx="209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Patient Dashboard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0EB240-1BA0-E20F-6544-16D925A0C4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616294"/>
            <a:ext cx="2585885" cy="2083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F337C3-5837-6DEE-30B5-D6F5CAAAEDB8}"/>
              </a:ext>
            </a:extLst>
          </p:cNvPr>
          <p:cNvSpPr txBox="1"/>
          <p:nvPr/>
        </p:nvSpPr>
        <p:spPr>
          <a:xfrm>
            <a:off x="471949" y="4306531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Registration Page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E9D7E76-90A3-AB85-E6F3-8EEF7228B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4724" y="2616294"/>
            <a:ext cx="2448232" cy="21141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F10DD9F-B62C-4F60-0512-955EA6878419}"/>
              </a:ext>
            </a:extLst>
          </p:cNvPr>
          <p:cNvSpPr txBox="1"/>
          <p:nvPr/>
        </p:nvSpPr>
        <p:spPr>
          <a:xfrm>
            <a:off x="6390968" y="3932903"/>
            <a:ext cx="1641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Book Appointment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BF9A54D-CF87-7099-B96F-29DBC93BD7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2028" y="2566465"/>
            <a:ext cx="2448232" cy="218318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6A71DE4-65A4-0754-455E-07E6F1C030D1}"/>
              </a:ext>
            </a:extLst>
          </p:cNvPr>
          <p:cNvSpPr txBox="1"/>
          <p:nvPr/>
        </p:nvSpPr>
        <p:spPr>
          <a:xfrm>
            <a:off x="2812028" y="4392299"/>
            <a:ext cx="2005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Registration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Page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72AB3D8-4964-7847-80ED-4E33C55004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3563" y="2512568"/>
            <a:ext cx="2605551" cy="218725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F8699C2-46EC-3DBA-A7E8-2B3901AC3E5B}"/>
              </a:ext>
            </a:extLst>
          </p:cNvPr>
          <p:cNvSpPr txBox="1"/>
          <p:nvPr/>
        </p:nvSpPr>
        <p:spPr>
          <a:xfrm>
            <a:off x="9311151" y="4286867"/>
            <a:ext cx="180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Medical Record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656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16FFFD-77C0-40C1-665C-E633AB4E2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57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57</Words>
  <Application>Microsoft Office PowerPoint</Application>
  <PresentationFormat>Widescreen</PresentationFormat>
  <Paragraphs>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 Narrow</vt:lpstr>
      <vt:lpstr>Arial Rounded MT Bold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Yasam Bhaarathi</dc:creator>
  <cp:lastModifiedBy>Yasam Bhaarathi</cp:lastModifiedBy>
  <cp:revision>1</cp:revision>
  <dcterms:created xsi:type="dcterms:W3CDTF">2026-05-29T17:34:43Z</dcterms:created>
  <dcterms:modified xsi:type="dcterms:W3CDTF">2026-05-29T19:09:13Z</dcterms:modified>
</cp:coreProperties>
</file>